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8dda2dd1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8dda2dd1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dda2dd1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8dda2dd1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8dda2dd1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8dda2dd1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dda2dd1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dda2dd1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dda2dd1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dda2dd1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Recurrent NNs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NLP - Section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RNNs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Recurrent means; </a:t>
            </a:r>
            <a:r>
              <a:rPr lang="en-GB"/>
              <a:t>occurring</a:t>
            </a:r>
            <a:r>
              <a:rPr lang="en-GB"/>
              <a:t> often or </a:t>
            </a:r>
            <a:r>
              <a:rPr lang="en-GB">
                <a:solidFill>
                  <a:srgbClr val="0000FF"/>
                </a:solidFill>
              </a:rPr>
              <a:t>repeatedly.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main idea is to overcome the “length” limitation.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Current LLMs now have the same problem of “length”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main idea is to feed the sequential input to the same linear layer over and over.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We can </a:t>
            </a:r>
            <a:r>
              <a:rPr lang="en-GB">
                <a:solidFill>
                  <a:schemeClr val="dk1"/>
                </a:solidFill>
              </a:rPr>
              <a:t>stack these hidden layers to add complexity to the model.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Each layer can output y. This y can show us how each input changes the prediction of the model.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y can also represent prediction of the next x that the model will take. 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(next-word prediction, sequential weather prediction)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RNNs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301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h1, h2, h3 represent the hidden states.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y1 may represent a prediction for x2 or for the true label 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7850" y="595300"/>
            <a:ext cx="52387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Exploding Gradients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the sequence in the input during training is very large, the W multiplication is raised to the power of n where n is the sequence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n &gt; 1 then we get exploding gradient where the gradient is too large which results in very big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common solution to this problem</a:t>
            </a:r>
            <a:br>
              <a:rPr lang="en-GB"/>
            </a:br>
            <a:r>
              <a:rPr lang="en-GB"/>
              <a:t>is clipping the gradient such that </a:t>
            </a:r>
            <a:br>
              <a:rPr lang="en-GB"/>
            </a:br>
            <a:r>
              <a:rPr lang="en-GB"/>
              <a:t>the if the gradient is </a:t>
            </a:r>
            <a:r>
              <a:rPr lang="en-GB"/>
              <a:t>higher than a </a:t>
            </a:r>
            <a:br>
              <a:rPr lang="en-GB"/>
            </a:br>
            <a:r>
              <a:rPr lang="en-GB"/>
              <a:t>certain threshold, it’s normalized.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700" y="2156600"/>
            <a:ext cx="4910325" cy="2472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Vanishing Gradients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the sequence in the input during training is very large, the W multiplication is raised to the power of n where n is the sequence length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n &lt; 1 then we get exploding gradient where the gradient is too small which results in no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Multiple solutions include </a:t>
            </a:r>
            <a:br>
              <a:rPr lang="en-GB"/>
            </a:br>
            <a:r>
              <a:rPr lang="en-GB"/>
              <a:t>1- Good weight initialization</a:t>
            </a:r>
            <a:br>
              <a:rPr lang="en-GB"/>
            </a:br>
            <a:r>
              <a:rPr lang="en-GB"/>
              <a:t>2- Batch Normalization</a:t>
            </a:r>
            <a:br>
              <a:rPr lang="en-GB"/>
            </a:br>
            <a:r>
              <a:rPr lang="en-GB"/>
              <a:t>3- Not using RNN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175" y="2247500"/>
            <a:ext cx="2779800" cy="27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RNN demo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RNN in practice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Vanishing Gradients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Exploding Gradients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