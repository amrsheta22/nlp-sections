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79945d9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79945d9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b79945d9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b79945d9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79945d9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79945d9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79945d9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79945d9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79945d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79945d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79945d9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79945d9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79945d9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79945d9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79945d9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79945d9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79945d9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79945d9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b7c1272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b7c1272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7c12727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7c1272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7c12727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b7c12727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NLP - Section 8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LSTMs and Sequence2Sequence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LSTMs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417800"/>
            <a:ext cx="3405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RNNs but with fancy math.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main idea is conserving </a:t>
            </a:r>
            <a:br>
              <a:rPr lang="en-GB"/>
            </a:br>
            <a:r>
              <a:rPr lang="en-GB"/>
              <a:t>long term memory and choosing what to remember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do that we have 3 main gates and two outputs. </a:t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1539" y="1350913"/>
            <a:ext cx="5256171" cy="28846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4507125" y="4568700"/>
            <a:ext cx="366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https://www.nature.com/articles/s41598-025-06809-w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Memory Cell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no weights in the memory cell. it can be modified by two operations only (sum and multiplication).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lack of weights is to counterfeit the vanishing/exploding gradients problem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GB"/>
              <a:t>If the memory cell doesn’t contain weights, then it can be </a:t>
            </a:r>
            <a:r>
              <a:rPr lang="en-GB"/>
              <a:t>transferred</a:t>
            </a:r>
            <a:r>
              <a:rPr lang="en-GB"/>
              <a:t> directly to the last input without being </a:t>
            </a:r>
            <a:r>
              <a:rPr lang="en-GB"/>
              <a:t>diminished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Forget Gate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398525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Forget gate </a:t>
            </a:r>
            <a:r>
              <a:rPr lang="en-GB"/>
              <a:t>determines what to remember based on the input and the hidden state.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Since sigmoid returns values of mostly 0 or 1, if the value returned for the forget gate is 0, then the memory cell is wiped out.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n-GB"/>
              <a:t>If the value returned is 1, then the memory cell doesn’t change.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600" y="407125"/>
            <a:ext cx="4366500" cy="8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Gate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input gate determines how much of the current input and the hidden state (short term memory) should be added to the memory cell (long term memory).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i_t represents the same “choosing” technique displayed in the forget gate.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~C_t represents the combination between the hidden state and the input.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C_t has now i_t*</a:t>
            </a:r>
            <a:r>
              <a:rPr lang="en-GB"/>
              <a:t>~C_t which represents the “choosing” by processing the combination through 0 or 1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600" y="179725"/>
            <a:ext cx="3350701" cy="13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  Gate 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gate outputs the hidden state which is also the short term memory for the next input.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lang="en-GB"/>
              <a:t>It does the same “choosing” technique and outputs the hidden state based on what it selects from the memory cell after the activation function tanh  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625" y="157900"/>
            <a:ext cx="3420550" cy="12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Bi-LSTM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417800"/>
            <a:ext cx="34764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Run the input forward and backward through the same LSTM and concatenate or sum the hidden states of both directions.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00" y="1299975"/>
            <a:ext cx="4754526" cy="281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4783250" y="4222675"/>
            <a:ext cx="3839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https://www.researchgate.net/figure/BiLSTM-model-structure-diagram_fig2_381367239</a:t>
            </a:r>
            <a:endParaRPr sz="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Stacked LSTM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417800"/>
            <a:ext cx="3822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Here we pass the hidden state t through another LSTM layer.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stack </a:t>
            </a:r>
            <a:r>
              <a:rPr lang="en-GB"/>
              <a:t>infinitely but would require skip connections.</a:t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400" y="1787825"/>
            <a:ext cx="4671901" cy="210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ELMo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286000" y="1424225"/>
            <a:ext cx="40221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ELMo is a combination of Bidirectional and Stacked LSTMs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ELMo </a:t>
            </a:r>
            <a:r>
              <a:rPr lang="en-GB"/>
              <a:t>yields incredibly good contextualized embeddings.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625" y="1564300"/>
            <a:ext cx="4406300" cy="296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Seq2Seq Modeling 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Tasks such as: Machine Translation and Question Answering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Takes n and outputs m. (different sizes)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Would need two models: encoder and decoder.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Encoder would output a hidden state htE which is the last hidden state output.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state would be the first input to the decoder h1D.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same concept can be applied to transformers.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Seq2Seq RNN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350" y="1297800"/>
            <a:ext cx="80391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Attention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417800"/>
            <a:ext cx="41961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Determines how much focus should the decoder pay to each hidden state from the encoder.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be calculated by multiple ways, even a feed forward layer is </a:t>
            </a:r>
            <a:r>
              <a:rPr lang="en-GB"/>
              <a:t>sufficient</a:t>
            </a:r>
            <a:r>
              <a:rPr lang="en-GB"/>
              <a:t>.</a:t>
            </a:r>
            <a:endParaRPr/>
          </a:p>
        </p:txBody>
      </p:sp>
      <p:pic>
        <p:nvPicPr>
          <p:cNvPr id="146" name="Google Shape;146;p24" title="Screenshot 2025-11-29 2332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850" y="566025"/>
            <a:ext cx="4459951" cy="22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2900" y="2945325"/>
            <a:ext cx="4415849" cy="19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Attention calculation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268" y="975400"/>
            <a:ext cx="6204614" cy="37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3623925" y="4671350"/>
            <a:ext cx="3431400" cy="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https://lena-voita.github.io/nlp_course/seq2seq_and_attention.html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